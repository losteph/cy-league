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</p:sldIdLst>
  <p:sldSz cy="5143500" cx="9144000"/>
  <p:notesSz cx="6858000" cy="9144000"/>
  <p:embeddedFontLst>
    <p:embeddedFont>
      <p:font typeface="Raleway"/>
      <p:regular r:id="rId73"/>
      <p:bold r:id="rId74"/>
      <p:italic r:id="rId75"/>
      <p:boldItalic r:id="rId76"/>
    </p:embeddedFont>
    <p:embeddedFont>
      <p:font typeface="Lato"/>
      <p:regular r:id="rId77"/>
      <p:bold r:id="rId78"/>
      <p:italic r:id="rId79"/>
      <p:boldItalic r:id="rId8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Raleway-regular.fntdata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font" Target="fonts/Raleway-italic.fntdata"/><Relationship Id="rId30" Type="http://schemas.openxmlformats.org/officeDocument/2006/relationships/slide" Target="slides/slide25.xml"/><Relationship Id="rId74" Type="http://schemas.openxmlformats.org/officeDocument/2006/relationships/font" Target="fonts/Raleway-bold.fntdata"/><Relationship Id="rId33" Type="http://schemas.openxmlformats.org/officeDocument/2006/relationships/slide" Target="slides/slide28.xml"/><Relationship Id="rId77" Type="http://schemas.openxmlformats.org/officeDocument/2006/relationships/font" Target="fonts/Lato-regular.fntdata"/><Relationship Id="rId32" Type="http://schemas.openxmlformats.org/officeDocument/2006/relationships/slide" Target="slides/slide27.xml"/><Relationship Id="rId76" Type="http://schemas.openxmlformats.org/officeDocument/2006/relationships/font" Target="fonts/Raleway-boldItalic.fntdata"/><Relationship Id="rId35" Type="http://schemas.openxmlformats.org/officeDocument/2006/relationships/slide" Target="slides/slide30.xml"/><Relationship Id="rId79" Type="http://schemas.openxmlformats.org/officeDocument/2006/relationships/font" Target="fonts/Lato-italic.fntdata"/><Relationship Id="rId34" Type="http://schemas.openxmlformats.org/officeDocument/2006/relationships/slide" Target="slides/slide29.xml"/><Relationship Id="rId78" Type="http://schemas.openxmlformats.org/officeDocument/2006/relationships/font" Target="fonts/Lato-bold.fntdata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b94f044d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b94f044d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9c43a050a_1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9c43a050a_1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9c43a050a_1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9c43a050a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b511b56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b511b56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b511b56f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b511b56f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b511b56f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b511b56f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b511b56f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b511b56f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b511b56f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b511b56f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b511b56f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b511b56f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b94f044d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b94f044d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9c43a050a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9c43a050a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9c43a050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9c43a050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9c43a050a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c9c43a050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9c43a050a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9c43a050a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9c43a050a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9c43a050a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9c43a050a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c9c43a050a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9c43a050a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c9c43a050a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9c43a050a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9c43a050a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9c43a050a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c9c43a050a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9c43a050a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c9c43a050a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9c43a050a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c9c43a050a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9c43a050a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c9c43a050a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9c43a050a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c9c43a050a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9c43a050a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c9c43a050a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c9c43a050a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c9c43a050a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c9c8aac0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c9c8aac0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9d2d7e25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c9d2d7e25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c9e471f32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c9e471f32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a08a1116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ca08a1116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a08a1116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ca08a1116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ca08a1116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ca08a1116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a08a1116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ca08a1116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ca08a11166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ca08a1116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42cd8683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942cd8683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942d0556b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942d0556b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cad52a23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cad52a23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cad52a238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cad52a238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c9c43a050a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c9c43a050a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c9c43a050a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c9c43a050a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c9c43a050a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c9c43a050a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c9c43a050a_1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c9c43a050a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c9c6d984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c9c6d984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c9c8aac03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c9c8aac03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ca08a1116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ca08a1116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ca08a1116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ca08a1116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c9ca08f08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c9ca08f0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ca0e2aa6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ca0e2aa6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cb536c13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cb536c13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9568dfcf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9568dfcf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c9c43a050a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c9c43a050a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c9c43a050a_1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c9c43a050a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c9c43a050a_1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c9c43a050a_1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c9c43a050a_1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c9c43a050a_1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ca08a1116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ca08a1116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ca08a1116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ca08a1116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ca08a1116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ca08a1116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c9c43a050a_1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c9c43a050a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c9ca08f0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c9ca08f0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942cd8683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942cd8683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942d0556b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942d0556b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cc3d5bf9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cc3d5bf9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c9c43a050a_1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c9c43a050a_1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c9c43a050a_1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c9c43a050a_1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ca08a1116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ca08a1116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ca08a1116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ca08a1116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ca6cec78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ca6cec78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ca726aed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ca726aed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Draft Night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0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5207">
                <a:solidFill>
                  <a:schemeClr val="dk2"/>
                </a:solidFill>
              </a:rPr>
              <a:t>Oggi si scrivono i nomi, domani si piangono i risultati</a:t>
            </a:r>
            <a:endParaRPr sz="5207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500">
                <a:solidFill>
                  <a:srgbClr val="F3F3F3"/>
                </a:solidFill>
              </a:rPr>
              <a:t>Oggi si scrivono i nomi, domani si piangono i risultati</a:t>
            </a:r>
            <a:endParaRPr i="1" sz="1500">
              <a:solidFill>
                <a:srgbClr val="F3F3F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rgbClr val="F3F3F3"/>
              </a:solidFill>
            </a:endParaRPr>
          </a:p>
        </p:txBody>
      </p:sp>
      <p:pic>
        <p:nvPicPr>
          <p:cNvPr id="88" name="Google Shape;88;p13" title="Cu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2745" y="1195913"/>
            <a:ext cx="2464974" cy="2751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Benvenuti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Programma della Serata: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it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Annuncio ufficiale dei Presidenti (e dei loro ego smisurati).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it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Apertura del Listone. 250 crediti a testa per decidere il vostro destino.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Il budget è limitato, la vostra ignoranza no. Buona fortuna.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Squadre e Presidenti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Wild Boyz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Presidente: </a:t>
            </a:r>
            <a:r>
              <a:rPr b="1" lang="it"/>
              <a:t>Paolo Almiento</a:t>
            </a:r>
            <a:endParaRPr b="1"/>
          </a:p>
        </p:txBody>
      </p:sp>
      <p:pic>
        <p:nvPicPr>
          <p:cNvPr id="106" name="Google Shape;10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2140" y="1318650"/>
            <a:ext cx="2266010" cy="302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title="wild-boy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450" y="2571749"/>
            <a:ext cx="1818839" cy="1768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 Trogloditi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Presidenti: </a:t>
            </a:r>
            <a:r>
              <a:rPr b="1" lang="it"/>
              <a:t>Jonathan Cuccaro, Pierantonio Sasso</a:t>
            </a:r>
            <a:endParaRPr b="1"/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2168" y="1318650"/>
            <a:ext cx="2265982" cy="302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 title="Trogloditi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450" y="2571749"/>
            <a:ext cx="1768224" cy="1768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Sangu FC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Presidente: </a:t>
            </a:r>
            <a:r>
              <a:rPr b="1" lang="it"/>
              <a:t>Gabriele Lanza</a:t>
            </a:r>
            <a:endParaRPr b="1"/>
          </a:p>
        </p:txBody>
      </p:sp>
      <p:pic>
        <p:nvPicPr>
          <p:cNvPr id="122" name="Google Shape;1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2138" y="1318650"/>
            <a:ext cx="2266012" cy="302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 title="SanguF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450" y="2571750"/>
            <a:ext cx="1605542" cy="176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Marlboro</a:t>
            </a:r>
            <a:r>
              <a:rPr lang="it"/>
              <a:t> Goal</a:t>
            </a:r>
            <a:endParaRPr/>
          </a:p>
        </p:txBody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Presidenti: </a:t>
            </a:r>
            <a:r>
              <a:rPr b="1" lang="it"/>
              <a:t>Marco Cucinelli, Luca Carrozzo</a:t>
            </a:r>
            <a:endParaRPr b="1"/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2150" y="1318650"/>
            <a:ext cx="2266000" cy="302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9" title="MarlboroGo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447" y="2571750"/>
            <a:ext cx="1724567" cy="176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Imperial Seven</a:t>
            </a:r>
            <a:endParaRPr/>
          </a:p>
        </p:txBody>
      </p:sp>
      <p:sp>
        <p:nvSpPr>
          <p:cNvPr id="137" name="Google Shape;137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Presidente: </a:t>
            </a:r>
            <a:r>
              <a:rPr b="1" lang="it"/>
              <a:t>Michele Calderoni</a:t>
            </a:r>
            <a:endParaRPr b="1"/>
          </a:p>
        </p:txBody>
      </p:sp>
      <p:pic>
        <p:nvPicPr>
          <p:cNvPr id="138" name="Google Shape;13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2161" y="1318646"/>
            <a:ext cx="2265994" cy="302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 title="ImperialSeve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453" y="2571765"/>
            <a:ext cx="1763815" cy="176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REAL MYDRIP</a:t>
            </a:r>
            <a:endParaRPr/>
          </a:p>
        </p:txBody>
      </p:sp>
      <p:sp>
        <p:nvSpPr>
          <p:cNvPr id="145" name="Google Shape;145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Presidenti: </a:t>
            </a:r>
            <a:r>
              <a:rPr b="1" lang="it"/>
              <a:t>Dudi Di Ruberto, Domenico Tiritiello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2179" y="1318650"/>
            <a:ext cx="2265970" cy="302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1" title="Dri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450" y="2571749"/>
            <a:ext cx="1615816" cy="176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LISTONE</a:t>
            </a:r>
            <a:endParaRPr/>
          </a:p>
        </p:txBody>
      </p:sp>
      <p:sp>
        <p:nvSpPr>
          <p:cNvPr id="153" name="Google Shape;153;p22"/>
          <p:cNvSpPr txBox="1"/>
          <p:nvPr/>
        </p:nvSpPr>
        <p:spPr>
          <a:xfrm>
            <a:off x="3716625" y="3582700"/>
            <a:ext cx="47013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Giocatori Candidati alla Young Cup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Alessandro Guerra (POR)</a:t>
            </a:r>
            <a:endParaRPr/>
          </a:p>
        </p:txBody>
      </p:sp>
      <p:sp>
        <p:nvSpPr>
          <p:cNvPr id="159" name="Google Shape;159;p2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88</a:t>
            </a:r>
            <a:endParaRPr/>
          </a:p>
        </p:txBody>
      </p:sp>
      <p:sp>
        <p:nvSpPr>
          <p:cNvPr id="160" name="Google Shape;160;p2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ex juniores u19 nazionale al Manfredonia calcio, giocato titolare in seconda categoria pugliese per lo Sporting Manfredonia.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portiere reattivo ed esplosivo con ottimo posizionamento tra i pali.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tendenza nella giocata verticale e nella sicurezza, evitando rischi inutili soprattutto di costruzione dal basso sottopressione.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grande gestione vocale del reparto difensivo, con un'ottima lettura tattica del campo.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Gabriele Maci (POR)</a:t>
            </a:r>
            <a:endParaRPr/>
          </a:p>
        </p:txBody>
      </p:sp>
      <p:sp>
        <p:nvSpPr>
          <p:cNvPr id="166" name="Google Shape;166;p24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82</a:t>
            </a:r>
            <a:endParaRPr/>
          </a:p>
        </p:txBody>
      </p:sp>
      <p:sp>
        <p:nvSpPr>
          <p:cNvPr id="167" name="Google Shape;167;p24"/>
          <p:cNvSpPr txBox="1"/>
          <p:nvPr>
            <p:ph idx="2" type="body"/>
          </p:nvPr>
        </p:nvSpPr>
        <p:spPr>
          <a:xfrm>
            <a:off x="4682150" y="123600"/>
            <a:ext cx="4284300" cy="46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mio overall 82 rappresenta un portiere completo, affidabile e moderno, costruito su 17 anni di esperienza nel calcio, di cui diversi a livello agonistico tra i 14 e i 18 anni,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Questo percorso mi ha formato sia tecnicamente che mentalmente, permettendomi di sviluppare personalità, gestione della pressione e mentalità competitiva.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Dal punto di vista tecnico possiedo un’ottima tecnica individuale: sono sicuro nelle uscite alte e basse, ho prese pulite che evitano seconde occasioni, copro bene lo specchio grazie a un posizionamento attento e intelligente e mi distinguo per tuffi esplosivi e reattività nelle situazioni ravvicinate.  La lettura del gioco mi permette di farmi trovare sempre pronto e di anticipare molte situazioni pericolose.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Nel gioco con i piedi mi considero un portiere moderno: partecipo alla costruzione dal basso con passaggi precisi, gestisco bene il possesso sotto pressione e sono efficace nelle rimesse dal fondo 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A livello caratteriale porto leadership e carisma da capitano: mi piace incitare i compagni, mantenere alta la concentrazione della linea difensiva e trasmettere sicurezza.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Matia Shehu </a:t>
            </a:r>
            <a:br>
              <a:rPr lang="it"/>
            </a:br>
            <a:r>
              <a:rPr lang="it"/>
              <a:t>(POR)</a:t>
            </a:r>
            <a:endParaRPr/>
          </a:p>
        </p:txBody>
      </p:sp>
      <p:sp>
        <p:nvSpPr>
          <p:cNvPr id="173" name="Google Shape;173;p2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80</a:t>
            </a:r>
            <a:endParaRPr/>
          </a:p>
        </p:txBody>
      </p:sp>
      <p:sp>
        <p:nvSpPr>
          <p:cNvPr id="174" name="Google Shape;174;p25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Sono nella media in tutto. Pecco nel gioco con i piedi. Ottimi riflessi e gestisco bene la difesa.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Pasquale Iannelli </a:t>
            </a:r>
            <a:br>
              <a:rPr lang="it"/>
            </a:br>
            <a:r>
              <a:rPr lang="it"/>
              <a:t>(POR)</a:t>
            </a:r>
            <a:endParaRPr/>
          </a:p>
        </p:txBody>
      </p:sp>
      <p:sp>
        <p:nvSpPr>
          <p:cNvPr id="180" name="Google Shape;180;p26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80</a:t>
            </a:r>
            <a:endParaRPr/>
          </a:p>
        </p:txBody>
      </p:sp>
      <p:sp>
        <p:nvSpPr>
          <p:cNvPr id="181" name="Google Shape;181;p26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ho giocato per parecchi anni, buon portiere tra i pali e discreto con i piedi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Pierluigi De Marco (POR)</a:t>
            </a:r>
            <a:endParaRPr/>
          </a:p>
        </p:txBody>
      </p:sp>
      <p:sp>
        <p:nvSpPr>
          <p:cNvPr id="187" name="Google Shape;187;p27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80</a:t>
            </a:r>
            <a:endParaRPr/>
          </a:p>
        </p:txBody>
      </p:sp>
      <p:sp>
        <p:nvSpPr>
          <p:cNvPr id="188" name="Google Shape;188;p27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Alto, fisico, buon senso del posizionamento, uscite alte sicure.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Lanci lunghi con le mani precisi e profondi.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Non ottimo tecnicamente ma passaggi ravvicinati sufficientemente sicuri.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Sicuro nelle uscite e posso risultare fastidioso negli 1v1.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Vincenzo Russo (POR)</a:t>
            </a:r>
            <a:endParaRPr/>
          </a:p>
        </p:txBody>
      </p:sp>
      <p:sp>
        <p:nvSpPr>
          <p:cNvPr id="194" name="Google Shape;194;p28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88</a:t>
            </a:r>
            <a:endParaRPr/>
          </a:p>
        </p:txBody>
      </p:sp>
      <p:sp>
        <p:nvSpPr>
          <p:cNvPr id="195" name="Google Shape;195;p28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Esprienza pluriennale nei campetti di provincia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Matteo Daniele (DIF)</a:t>
            </a:r>
            <a:endParaRPr/>
          </a:p>
        </p:txBody>
      </p:sp>
      <p:sp>
        <p:nvSpPr>
          <p:cNvPr id="201" name="Google Shape;201;p2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83</a:t>
            </a:r>
            <a:endParaRPr/>
          </a:p>
        </p:txBody>
      </p:sp>
      <p:sp>
        <p:nvSpPr>
          <p:cNvPr id="202" name="Google Shape;202;p2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Ho giocato 15 anni a calcio, negli ultimi anni ho spesso giocato come terzino/esterno sinistro di spinta ma spesso ho giocato anche a centrocampo. Inoltre ho giocato a livello dilettantistico in seconda e prima categoria.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Fabiano Tafaro (DIF)</a:t>
            </a:r>
            <a:endParaRPr/>
          </a:p>
        </p:txBody>
      </p:sp>
      <p:sp>
        <p:nvSpPr>
          <p:cNvPr id="208" name="Google Shape;208;p30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80</a:t>
            </a:r>
            <a:endParaRPr/>
          </a:p>
        </p:txBody>
      </p:sp>
      <p:sp>
        <p:nvSpPr>
          <p:cNvPr id="209" name="Google Shape;209;p30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non eccellente fisicità e volicita , ma buona tecnica e gestione di gioco , buon passaggio e abbastanza versatile per diversi ruoli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Mario Rizzo </a:t>
            </a:r>
            <a:br>
              <a:rPr lang="it"/>
            </a:br>
            <a:r>
              <a:rPr lang="it"/>
              <a:t>(DIF)</a:t>
            </a:r>
            <a:endParaRPr/>
          </a:p>
        </p:txBody>
      </p:sp>
      <p:sp>
        <p:nvSpPr>
          <p:cNvPr id="215" name="Google Shape;215;p3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80</a:t>
            </a:r>
            <a:endParaRPr/>
          </a:p>
        </p:txBody>
      </p:sp>
      <p:sp>
        <p:nvSpPr>
          <p:cNvPr id="216" name="Google Shape;216;p3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difensore centrale bravo nel gioco aereo e a difendere in spazi stretti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Stefano Vidali </a:t>
            </a:r>
            <a:br>
              <a:rPr lang="it"/>
            </a:br>
            <a:r>
              <a:rPr lang="it"/>
              <a:t>(DIF)</a:t>
            </a:r>
            <a:endParaRPr/>
          </a:p>
        </p:txBody>
      </p:sp>
      <p:sp>
        <p:nvSpPr>
          <p:cNvPr id="222" name="Google Shape;222;p3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78</a:t>
            </a:r>
            <a:endParaRPr/>
          </a:p>
        </p:txBody>
      </p:sp>
      <p:sp>
        <p:nvSpPr>
          <p:cNvPr id="223" name="Google Shape;223;p3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me la cavo abbastanza bene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Gerardo Valerio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Teutonico </a:t>
            </a:r>
            <a:br>
              <a:rPr lang="it"/>
            </a:br>
            <a:r>
              <a:rPr lang="it"/>
              <a:t>(DIF)</a:t>
            </a:r>
            <a:endParaRPr/>
          </a:p>
        </p:txBody>
      </p:sp>
      <p:sp>
        <p:nvSpPr>
          <p:cNvPr id="229" name="Google Shape;229;p3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76</a:t>
            </a:r>
            <a:endParaRPr/>
          </a:p>
        </p:txBody>
      </p:sp>
      <p:sp>
        <p:nvSpPr>
          <p:cNvPr id="230" name="Google Shape;230;p3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Faccio spesso partite tra amici, ma non mi sono mai allenato con una squadra. Sono bravo tecnicamente e posso giocare in difesa, o se serve a centrocampo.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Gabriele Pedacchio (DIF)</a:t>
            </a:r>
            <a:endParaRPr/>
          </a:p>
        </p:txBody>
      </p:sp>
      <p:sp>
        <p:nvSpPr>
          <p:cNvPr id="236" name="Google Shape;236;p34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70</a:t>
            </a:r>
            <a:endParaRPr/>
          </a:p>
        </p:txBody>
      </p:sp>
      <p:sp>
        <p:nvSpPr>
          <p:cNvPr id="237" name="Google Shape;237;p34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Non spicco molto di qualità tecnica ma mi reputo abbastanza roccioso a livello difensivo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Stefano Di Lena (DIF)</a:t>
            </a:r>
            <a:endParaRPr/>
          </a:p>
        </p:txBody>
      </p:sp>
      <p:sp>
        <p:nvSpPr>
          <p:cNvPr id="243" name="Google Shape;243;p3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64</a:t>
            </a:r>
            <a:endParaRPr/>
          </a:p>
        </p:txBody>
      </p:sp>
      <p:sp>
        <p:nvSpPr>
          <p:cNvPr id="244" name="Google Shape;244;p35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Terzino / Esterno di fascia.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Non tocco palla da molto, sono abbastanza arrugginito. Non sono mai stato un eccellenza anche nel prime però.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Acquisto molto a scatola chiusa, in certe azioni o partite posso dominare la fascia; se invece non sto nel mood posso essere sostituito da un birillo. Mi alterno a giornate tra Jair da Costa e Schelotto.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Gianluca Audiello (DIF)</a:t>
            </a:r>
            <a:endParaRPr/>
          </a:p>
        </p:txBody>
      </p:sp>
      <p:sp>
        <p:nvSpPr>
          <p:cNvPr id="250" name="Google Shape;250;p36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63</a:t>
            </a:r>
            <a:endParaRPr/>
          </a:p>
        </p:txBody>
      </p:sp>
      <p:sp>
        <p:nvSpPr>
          <p:cNvPr id="251" name="Google Shape;251;p36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so cos’è un pallone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7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Andrea Fundone (DIF)</a:t>
            </a:r>
            <a:endParaRPr/>
          </a:p>
        </p:txBody>
      </p:sp>
      <p:sp>
        <p:nvSpPr>
          <p:cNvPr id="257" name="Google Shape;257;p37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87</a:t>
            </a:r>
            <a:endParaRPr/>
          </a:p>
        </p:txBody>
      </p:sp>
      <p:sp>
        <p:nvSpPr>
          <p:cNvPr id="258" name="Google Shape;258;p37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mio voto (87) riflette un profilo da difensore completo, ideale per i ritmi della Kings League. Mi valuto così perché garantisco: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• Velocità e Recupero: Posso tenere la linea alta perché ho la gamba per recuperare su qualsiasi attaccante in campo aperto.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• Solidità Fisica: Non soffro i duelli uno-contro-uno e so usare il fisico per dominare l'area e far ripartire l'azione.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• Piedi buoni: Non mi limito a spazzare; ho la qualità nei passaggi per impostare il gioco e servire assist dalle retrovie.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In breve: porto equilibrio, polmoni e qualità tecnica per tutta la durata della partita.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Andrea Capuzzolo (DIF)</a:t>
            </a:r>
            <a:endParaRPr/>
          </a:p>
        </p:txBody>
      </p:sp>
      <p:sp>
        <p:nvSpPr>
          <p:cNvPr id="264" name="Google Shape;264;p38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83</a:t>
            </a:r>
            <a:endParaRPr/>
          </a:p>
        </p:txBody>
      </p:sp>
      <p:sp>
        <p:nvSpPr>
          <p:cNvPr id="265" name="Google Shape;265;p38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terzino duttile e difensivo con caratteristiche principali la velocità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Luigi Vaira </a:t>
            </a:r>
            <a:br>
              <a:rPr lang="it"/>
            </a:br>
            <a:r>
              <a:rPr lang="it"/>
              <a:t>(DIF)</a:t>
            </a:r>
            <a:endParaRPr/>
          </a:p>
        </p:txBody>
      </p:sp>
      <p:sp>
        <p:nvSpPr>
          <p:cNvPr id="271" name="Google Shape;271;p3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61</a:t>
            </a:r>
            <a:endParaRPr/>
          </a:p>
        </p:txBody>
      </p:sp>
      <p:sp>
        <p:nvSpPr>
          <p:cNvPr id="272" name="Google Shape;272;p3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Ho i piedi storti e riesco a fare massimo uno scatto a partita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0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Marco Accetta </a:t>
            </a:r>
            <a:br>
              <a:rPr lang="it"/>
            </a:br>
            <a:r>
              <a:rPr lang="it"/>
              <a:t>(DIF)</a:t>
            </a:r>
            <a:endParaRPr/>
          </a:p>
        </p:txBody>
      </p:sp>
      <p:sp>
        <p:nvSpPr>
          <p:cNvPr id="278" name="Google Shape;278;p40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82</a:t>
            </a:r>
            <a:endParaRPr/>
          </a:p>
        </p:txBody>
      </p:sp>
      <p:sp>
        <p:nvSpPr>
          <p:cNvPr id="279" name="Google Shape;279;p40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El cuti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Francesco Albanese </a:t>
            </a:r>
            <a:br>
              <a:rPr lang="it"/>
            </a:br>
            <a:r>
              <a:rPr lang="it"/>
              <a:t>(DIF)</a:t>
            </a:r>
            <a:endParaRPr/>
          </a:p>
        </p:txBody>
      </p:sp>
      <p:sp>
        <p:nvSpPr>
          <p:cNvPr id="285" name="Google Shape;285;p4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70</a:t>
            </a:r>
            <a:endParaRPr/>
          </a:p>
        </p:txBody>
      </p:sp>
      <p:sp>
        <p:nvSpPr>
          <p:cNvPr id="286" name="Google Shape;286;p4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Mi considero 70 di valutazione perché riesco a giocare in modo abbastanza fluido, seguendo i tempi di gioco, senza eccellere in particolar modo in nulla. Riesco a difendere, smistare palloni ed attaccare commettendo a volte qualche errore, ma tutto sommato mi considero un giocatore discreto.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Cataldo Sapio </a:t>
            </a:r>
            <a:br>
              <a:rPr lang="it"/>
            </a:br>
            <a:r>
              <a:rPr lang="it"/>
              <a:t>(DIF)</a:t>
            </a:r>
            <a:endParaRPr/>
          </a:p>
        </p:txBody>
      </p:sp>
      <p:sp>
        <p:nvSpPr>
          <p:cNvPr id="292" name="Google Shape;292;p4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80</a:t>
            </a:r>
            <a:endParaRPr/>
          </a:p>
        </p:txBody>
      </p:sp>
      <p:sp>
        <p:nvSpPr>
          <p:cNvPr id="293" name="Google Shape;293;p4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difensore solido, bravo nelle marcature, scattante e perno difensivo delle 2 ultime difese che hanno vinto i tornei del cx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Michele Scoppio (DIF)</a:t>
            </a:r>
            <a:endParaRPr/>
          </a:p>
        </p:txBody>
      </p:sp>
      <p:sp>
        <p:nvSpPr>
          <p:cNvPr id="299" name="Google Shape;299;p4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65</a:t>
            </a:r>
            <a:endParaRPr/>
          </a:p>
        </p:txBody>
      </p:sp>
      <p:sp>
        <p:nvSpPr>
          <p:cNvPr id="300" name="Google Shape;300;p4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Sono il giusto giocatore per dare una mano in difesa e per ascoltare i consigli dei miei compagni di squadra, anche se non sono molto forte do il massimo senza esitare.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4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Luca Padovano (DIF)</a:t>
            </a:r>
            <a:endParaRPr/>
          </a:p>
        </p:txBody>
      </p:sp>
      <p:sp>
        <p:nvSpPr>
          <p:cNvPr id="306" name="Google Shape;306;p44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80</a:t>
            </a:r>
            <a:endParaRPr/>
          </a:p>
        </p:txBody>
      </p:sp>
      <p:sp>
        <p:nvSpPr>
          <p:cNvPr id="307" name="Google Shape;307;p44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braccetto di difesa nella media da 6 in pagella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Gabriele Ferrandino</a:t>
            </a:r>
            <a:br>
              <a:rPr lang="it"/>
            </a:br>
            <a:r>
              <a:rPr lang="it"/>
              <a:t>(DIF)</a:t>
            </a:r>
            <a:endParaRPr/>
          </a:p>
        </p:txBody>
      </p:sp>
      <p:sp>
        <p:nvSpPr>
          <p:cNvPr id="313" name="Google Shape;313;p4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85</a:t>
            </a:r>
            <a:endParaRPr/>
          </a:p>
        </p:txBody>
      </p:sp>
      <p:sp>
        <p:nvSpPr>
          <p:cNvPr id="314" name="Google Shape;314;p45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- Vel   99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- Tir    80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- Pas  86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- Dri    82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- Dif    92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- Fis    69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Giuseppe Pepe (DIF)</a:t>
            </a:r>
            <a:endParaRPr/>
          </a:p>
        </p:txBody>
      </p:sp>
      <p:sp>
        <p:nvSpPr>
          <p:cNvPr id="320" name="Google Shape;320;p46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76</a:t>
            </a:r>
            <a:endParaRPr/>
          </a:p>
        </p:txBody>
      </p:sp>
      <p:sp>
        <p:nvSpPr>
          <p:cNvPr id="321" name="Google Shape;321;p46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sono un difensore solido, alto 1.92 metri, ben strutturato fisicamente e atletico, capace nel duello aereo e duro nei contrasti, con un ottima propensione offensiva per dare sempre un apporto in più alla squadra, mi alleno regolarmente in palestra e vado a correre ogni settimana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7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Fabrizio Lorini </a:t>
            </a:r>
            <a:br>
              <a:rPr lang="it"/>
            </a:br>
            <a:r>
              <a:rPr lang="it"/>
              <a:t>(DIF)</a:t>
            </a:r>
            <a:endParaRPr/>
          </a:p>
        </p:txBody>
      </p:sp>
      <p:sp>
        <p:nvSpPr>
          <p:cNvPr id="327" name="Google Shape;327;p47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75</a:t>
            </a:r>
            <a:endParaRPr/>
          </a:p>
        </p:txBody>
      </p:sp>
      <p:sp>
        <p:nvSpPr>
          <p:cNvPr id="328" name="Google Shape;328;p47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Doti velocistiche e difensive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8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Mario Mezzina </a:t>
            </a:r>
            <a:br>
              <a:rPr lang="it"/>
            </a:br>
            <a:r>
              <a:rPr lang="it"/>
              <a:t>(DIF)</a:t>
            </a:r>
            <a:endParaRPr/>
          </a:p>
        </p:txBody>
      </p:sp>
      <p:sp>
        <p:nvSpPr>
          <p:cNvPr id="334" name="Google Shape;334;p48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69</a:t>
            </a:r>
            <a:endParaRPr/>
          </a:p>
        </p:txBody>
      </p:sp>
      <p:sp>
        <p:nvSpPr>
          <p:cNvPr id="335" name="Google Shape;335;p48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So di non essere fortissimo, me la cavo e credo di poter essere utile come giocatore da mettere in campo quando c’è da difendere il risultato.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Giovanni Corso (DIF)</a:t>
            </a:r>
            <a:endParaRPr/>
          </a:p>
        </p:txBody>
      </p:sp>
      <p:sp>
        <p:nvSpPr>
          <p:cNvPr id="341" name="Google Shape;341;p4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75</a:t>
            </a:r>
            <a:endParaRPr/>
          </a:p>
        </p:txBody>
      </p:sp>
      <p:sp>
        <p:nvSpPr>
          <p:cNvPr id="342" name="Google Shape;342;p4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Riesco a reggere bene di fisico e so posizionarmi ma gli scatti e la velocità sono un problema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0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Marco Montrano </a:t>
            </a:r>
            <a:br>
              <a:rPr lang="it"/>
            </a:br>
            <a:r>
              <a:rPr lang="it"/>
              <a:t>(CC)</a:t>
            </a:r>
            <a:endParaRPr/>
          </a:p>
        </p:txBody>
      </p:sp>
      <p:sp>
        <p:nvSpPr>
          <p:cNvPr id="348" name="Google Shape;348;p50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80</a:t>
            </a:r>
            <a:endParaRPr/>
          </a:p>
        </p:txBody>
      </p:sp>
      <p:sp>
        <p:nvSpPr>
          <p:cNvPr id="349" name="Google Shape;349;p50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bravo tecnicamente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Antonio Iasiello </a:t>
            </a:r>
            <a:br>
              <a:rPr lang="it"/>
            </a:br>
            <a:r>
              <a:rPr lang="it"/>
              <a:t>(CC)</a:t>
            </a:r>
            <a:endParaRPr/>
          </a:p>
        </p:txBody>
      </p:sp>
      <p:sp>
        <p:nvSpPr>
          <p:cNvPr id="355" name="Google Shape;355;p5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80</a:t>
            </a:r>
            <a:endParaRPr/>
          </a:p>
        </p:txBody>
      </p:sp>
      <p:sp>
        <p:nvSpPr>
          <p:cNvPr id="356" name="Google Shape;356;p5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centrocampista abbastanza veloce e bravo tecnicamente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Alessandro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del Giudice </a:t>
            </a:r>
            <a:br>
              <a:rPr lang="it"/>
            </a:br>
            <a:r>
              <a:rPr lang="it"/>
              <a:t>(CC)</a:t>
            </a:r>
            <a:endParaRPr/>
          </a:p>
        </p:txBody>
      </p:sp>
      <p:sp>
        <p:nvSpPr>
          <p:cNvPr id="362" name="Google Shape;362;p5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75</a:t>
            </a:r>
            <a:endParaRPr/>
          </a:p>
        </p:txBody>
      </p:sp>
      <p:sp>
        <p:nvSpPr>
          <p:cNvPr id="363" name="Google Shape;363;p5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Centrocampista leggero con buona visione di gioco 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Riccardo Roscica (CC)</a:t>
            </a:r>
            <a:endParaRPr/>
          </a:p>
        </p:txBody>
      </p:sp>
      <p:sp>
        <p:nvSpPr>
          <p:cNvPr id="369" name="Google Shape;369;p5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59</a:t>
            </a:r>
            <a:endParaRPr/>
          </a:p>
        </p:txBody>
      </p:sp>
      <p:sp>
        <p:nvSpPr>
          <p:cNvPr id="370" name="Google Shape;370;p5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Panchinaro destro dal piede mancino. Quel giocatore scommessa che prendi a 1 al fanta sperando sia il suo anno ma a gennaio finisce in Turchia. Teorico del calcio.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Cis etero patriarcale.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4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Daniel Sandu </a:t>
            </a:r>
            <a:br>
              <a:rPr lang="it"/>
            </a:br>
            <a:r>
              <a:rPr lang="it"/>
              <a:t>(CC)</a:t>
            </a:r>
            <a:endParaRPr/>
          </a:p>
        </p:txBody>
      </p:sp>
      <p:sp>
        <p:nvSpPr>
          <p:cNvPr id="376" name="Google Shape;376;p54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77</a:t>
            </a:r>
            <a:endParaRPr/>
          </a:p>
        </p:txBody>
      </p:sp>
      <p:sp>
        <p:nvSpPr>
          <p:cNvPr id="377" name="Google Shape;377;p54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ho giocato negli anni precedenti a livello regionale 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Matteo Sembenini (CC)</a:t>
            </a:r>
            <a:endParaRPr/>
          </a:p>
        </p:txBody>
      </p:sp>
      <p:sp>
        <p:nvSpPr>
          <p:cNvPr id="383" name="Google Shape;383;p5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74</a:t>
            </a:r>
            <a:endParaRPr/>
          </a:p>
        </p:txBody>
      </p:sp>
      <p:sp>
        <p:nvSpPr>
          <p:cNvPr id="384" name="Google Shape;384;p55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sono molto veloce e non lo so raga prendetemi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6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Gianluca Chiappinelli</a:t>
            </a:r>
            <a:br>
              <a:rPr lang="it"/>
            </a:br>
            <a:r>
              <a:rPr lang="it"/>
              <a:t>(CC)</a:t>
            </a:r>
            <a:endParaRPr/>
          </a:p>
        </p:txBody>
      </p:sp>
      <p:sp>
        <p:nvSpPr>
          <p:cNvPr id="390" name="Google Shape;390;p56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80</a:t>
            </a:r>
            <a:endParaRPr/>
          </a:p>
        </p:txBody>
      </p:sp>
      <p:sp>
        <p:nvSpPr>
          <p:cNvPr id="391" name="Google Shape;391;p56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non saprei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7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Alessandro Solazzo (CC)</a:t>
            </a:r>
            <a:endParaRPr/>
          </a:p>
        </p:txBody>
      </p:sp>
      <p:sp>
        <p:nvSpPr>
          <p:cNvPr id="397" name="Google Shape;397;p57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85</a:t>
            </a:r>
            <a:endParaRPr/>
          </a:p>
        </p:txBody>
      </p:sp>
      <p:sp>
        <p:nvSpPr>
          <p:cNvPr id="398" name="Google Shape;398;p57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Ho giocato 11 anni a calcio, abile nei passaggi e nei contrasti fisici 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8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Giovanni Meuli </a:t>
            </a:r>
            <a:br>
              <a:rPr lang="it"/>
            </a:br>
            <a:r>
              <a:rPr lang="it"/>
              <a:t>(CC)</a:t>
            </a:r>
            <a:endParaRPr/>
          </a:p>
        </p:txBody>
      </p:sp>
      <p:sp>
        <p:nvSpPr>
          <p:cNvPr id="404" name="Google Shape;404;p58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79</a:t>
            </a:r>
            <a:endParaRPr/>
          </a:p>
        </p:txBody>
      </p:sp>
      <p:sp>
        <p:nvSpPr>
          <p:cNvPr id="405" name="Google Shape;405;p58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ho giocato a calcio a 11 per 11 anni da esterno destro, non gioco agonisticamente da circa 3 anni 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Francesco Santamaria</a:t>
            </a:r>
            <a:br>
              <a:rPr lang="it"/>
            </a:br>
            <a:r>
              <a:rPr lang="it"/>
              <a:t>(CC)</a:t>
            </a:r>
            <a:endParaRPr/>
          </a:p>
        </p:txBody>
      </p:sp>
      <p:sp>
        <p:nvSpPr>
          <p:cNvPr id="411" name="Google Shape;411;p5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99</a:t>
            </a:r>
            <a:endParaRPr/>
          </a:p>
        </p:txBody>
      </p:sp>
      <p:sp>
        <p:nvSpPr>
          <p:cNvPr id="412" name="Google Shape;412;p5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Chiedete a Ventola...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0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Mattia Ieva</a:t>
            </a:r>
            <a:br>
              <a:rPr lang="it"/>
            </a:br>
            <a:r>
              <a:rPr lang="it"/>
              <a:t>(CC)</a:t>
            </a:r>
            <a:endParaRPr/>
          </a:p>
        </p:txBody>
      </p:sp>
      <p:sp>
        <p:nvSpPr>
          <p:cNvPr id="418" name="Google Shape;418;p60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85</a:t>
            </a:r>
            <a:endParaRPr/>
          </a:p>
        </p:txBody>
      </p:sp>
      <p:sp>
        <p:nvSpPr>
          <p:cNvPr id="419" name="Google Shape;419;p60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Ho giocato nelle giovanili della virtus francavilla e ho giocato in eccellenza con il policoro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Lorenzo Milfa </a:t>
            </a:r>
            <a:br>
              <a:rPr lang="it"/>
            </a:br>
            <a:r>
              <a:rPr lang="it"/>
              <a:t>(CC)</a:t>
            </a:r>
            <a:endParaRPr/>
          </a:p>
        </p:txBody>
      </p:sp>
      <p:sp>
        <p:nvSpPr>
          <p:cNvPr id="425" name="Google Shape;425;p6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88</a:t>
            </a:r>
            <a:endParaRPr/>
          </a:p>
        </p:txBody>
      </p:sp>
      <p:sp>
        <p:nvSpPr>
          <p:cNvPr id="426" name="Google Shape;426;p6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Ho giocato a livello agonistico per 15 anni 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Flavio Carbone </a:t>
            </a:r>
            <a:br>
              <a:rPr lang="it"/>
            </a:br>
            <a:r>
              <a:rPr lang="it"/>
              <a:t>(ATT)</a:t>
            </a:r>
            <a:endParaRPr/>
          </a:p>
        </p:txBody>
      </p:sp>
      <p:sp>
        <p:nvSpPr>
          <p:cNvPr id="432" name="Google Shape;432;p6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90</a:t>
            </a:r>
            <a:endParaRPr/>
          </a:p>
        </p:txBody>
      </p:sp>
      <p:sp>
        <p:nvSpPr>
          <p:cNvPr id="433" name="Google Shape;433;p6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Finale al torneo del campus 2024, basta venire alla cofit settimanalmente e capire il livello. 15 anni di calcio alle spalle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Antonio Fuzio </a:t>
            </a:r>
            <a:br>
              <a:rPr lang="it"/>
            </a:br>
            <a:r>
              <a:rPr lang="it"/>
              <a:t>(ATT)</a:t>
            </a:r>
            <a:endParaRPr/>
          </a:p>
        </p:txBody>
      </p:sp>
      <p:sp>
        <p:nvSpPr>
          <p:cNvPr id="439" name="Google Shape;439;p6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83</a:t>
            </a:r>
            <a:endParaRPr/>
          </a:p>
        </p:txBody>
      </p:sp>
      <p:sp>
        <p:nvSpPr>
          <p:cNvPr id="440" name="Google Shape;440;p6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Tanta pratica ed esperienza nell’ambito calcistico 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4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Mauro Origlia </a:t>
            </a:r>
            <a:br>
              <a:rPr lang="it"/>
            </a:br>
            <a:r>
              <a:rPr lang="it"/>
              <a:t>(ATT)</a:t>
            </a:r>
            <a:endParaRPr/>
          </a:p>
        </p:txBody>
      </p:sp>
      <p:sp>
        <p:nvSpPr>
          <p:cNvPr id="446" name="Google Shape;446;p64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65</a:t>
            </a:r>
            <a:endParaRPr/>
          </a:p>
        </p:txBody>
      </p:sp>
      <p:sp>
        <p:nvSpPr>
          <p:cNvPr id="447" name="Google Shape;447;p64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Faccio il mio , non faccio disastri e se sto in giornata esce pure il gol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Adriano Pio Darcangelo </a:t>
            </a:r>
            <a:br>
              <a:rPr lang="it"/>
            </a:br>
            <a:r>
              <a:rPr lang="it"/>
              <a:t>(ATT)</a:t>
            </a:r>
            <a:endParaRPr/>
          </a:p>
        </p:txBody>
      </p:sp>
      <p:sp>
        <p:nvSpPr>
          <p:cNvPr id="453" name="Google Shape;453;p6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75</a:t>
            </a:r>
            <a:endParaRPr/>
          </a:p>
        </p:txBody>
      </p:sp>
      <p:sp>
        <p:nvSpPr>
          <p:cNvPr id="454" name="Google Shape;454;p65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Mai giocato in una scuola calcio ma sono un rapace da area di rigore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6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Manuel Flores (ATT)</a:t>
            </a:r>
            <a:endParaRPr/>
          </a:p>
        </p:txBody>
      </p:sp>
      <p:sp>
        <p:nvSpPr>
          <p:cNvPr id="460" name="Google Shape;460;p66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</a:t>
            </a:r>
            <a:r>
              <a:rPr lang="it"/>
              <a:t> 85</a:t>
            </a:r>
            <a:endParaRPr/>
          </a:p>
        </p:txBody>
      </p:sp>
      <p:sp>
        <p:nvSpPr>
          <p:cNvPr id="461" name="Google Shape;461;p66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Velocità e </a:t>
            </a:r>
            <a:r>
              <a:rPr lang="it"/>
              <a:t>dribbling</a:t>
            </a:r>
            <a:r>
              <a:rPr lang="it"/>
              <a:t> folle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7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Mattia Mavelli </a:t>
            </a:r>
            <a:br>
              <a:rPr lang="it"/>
            </a:br>
            <a:r>
              <a:rPr lang="it"/>
              <a:t>(ATT)</a:t>
            </a:r>
            <a:endParaRPr/>
          </a:p>
        </p:txBody>
      </p:sp>
      <p:sp>
        <p:nvSpPr>
          <p:cNvPr id="467" name="Google Shape;467;p67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75</a:t>
            </a:r>
            <a:endParaRPr/>
          </a:p>
        </p:txBody>
      </p:sp>
      <p:sp>
        <p:nvSpPr>
          <p:cNvPr id="468" name="Google Shape;468;p67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Ho giocato diversi anni a calcio ma adesso sono un paio d’anni che sono fermo, tranne qualche partita ogni tanto con gli amici, sono alto e di buona stazza , posso fare la punta di fisico alla Pio Esposito, Vlahovic (sto dicendo nomi così proprio perché non sono fortissimo e faccio errori ahaha) ma alla fine corro tanto, faccio tanto pressing e ho abbastanza freddezza sotto porta, sono anche bravo di testa, ma non so dribblare molto , ecco perché credo di essere 75 (potrei fare il difensore anche, in caso di evenienza) 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8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Angelo Anatilopan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(ATT)</a:t>
            </a:r>
            <a:endParaRPr/>
          </a:p>
        </p:txBody>
      </p:sp>
      <p:sp>
        <p:nvSpPr>
          <p:cNvPr id="474" name="Google Shape;474;p68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83</a:t>
            </a:r>
            <a:endParaRPr/>
          </a:p>
        </p:txBody>
      </p:sp>
      <p:sp>
        <p:nvSpPr>
          <p:cNvPr id="475" name="Google Shape;475;p68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Gioco per la squadra, capacità tecnica importante, nelle partite con gli amici spesso sono uno di quelli che segnano maggiormente, tiro potente, visione di gioco molto buona e intelligenza tattica superiore alla media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Cosimo D’Onghia (ATT)</a:t>
            </a:r>
            <a:endParaRPr/>
          </a:p>
        </p:txBody>
      </p:sp>
      <p:sp>
        <p:nvSpPr>
          <p:cNvPr id="481" name="Google Shape;481;p6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79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6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Ho il tiro più forte del pianeta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0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Mattia Pandolfi (ATT)</a:t>
            </a:r>
            <a:endParaRPr/>
          </a:p>
        </p:txBody>
      </p:sp>
      <p:sp>
        <p:nvSpPr>
          <p:cNvPr id="488" name="Google Shape;488;p70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80</a:t>
            </a:r>
            <a:endParaRPr/>
          </a:p>
        </p:txBody>
      </p:sp>
      <p:sp>
        <p:nvSpPr>
          <p:cNvPr id="489" name="Google Shape;489;p70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Cassano su di me disse: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Mattia Pandolfi, mi piace? NO!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Ha fatto 807 Gol, Chapeau!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Ha vinto tanto? Chapeau!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Mi piace come giocatore? NO!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Lo metto tra i più grandi della storia? NO!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Parere mio personale, sbaglierò? AMEN!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Per me è la qualità, raffinatezza Ventola…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Raffaele Guerra (ATT)</a:t>
            </a:r>
            <a:endParaRPr/>
          </a:p>
        </p:txBody>
      </p:sp>
      <p:sp>
        <p:nvSpPr>
          <p:cNvPr id="495" name="Google Shape;495;p7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</a:t>
            </a:r>
            <a:r>
              <a:rPr lang="it"/>
              <a:t> 70</a:t>
            </a:r>
            <a:endParaRPr/>
          </a:p>
        </p:txBody>
      </p:sp>
      <p:sp>
        <p:nvSpPr>
          <p:cNvPr id="496" name="Google Shape;496;p7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Senso del gol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7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Carlo Basile </a:t>
            </a:r>
            <a:br>
              <a:rPr lang="it"/>
            </a:br>
            <a:r>
              <a:rPr lang="it"/>
              <a:t>(ATT)</a:t>
            </a:r>
            <a:endParaRPr/>
          </a:p>
        </p:txBody>
      </p:sp>
      <p:sp>
        <p:nvSpPr>
          <p:cNvPr id="502" name="Google Shape;502;p7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73</a:t>
            </a:r>
            <a:endParaRPr/>
          </a:p>
        </p:txBody>
      </p:sp>
      <p:sp>
        <p:nvSpPr>
          <p:cNvPr id="503" name="Google Shape;503;p7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Cerco spesso di saltare l'uomo, a volte mi intestardisco e faccio la scelta sbagliata. Gioco spesso da terzino ma sono più un esterno d'attacco. 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Lorenzo Gentile (ATT)</a:t>
            </a:r>
            <a:endParaRPr/>
          </a:p>
        </p:txBody>
      </p:sp>
      <p:sp>
        <p:nvSpPr>
          <p:cNvPr id="509" name="Google Shape;509;p7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83</a:t>
            </a:r>
            <a:endParaRPr/>
          </a:p>
        </p:txBody>
      </p:sp>
      <p:sp>
        <p:nvSpPr>
          <p:cNvPr id="510" name="Google Shape;510;p7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Gioco da un pó di anni in quella posizione e me la cavo 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4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Marco Amodio (JOLLY)</a:t>
            </a:r>
            <a:endParaRPr/>
          </a:p>
        </p:txBody>
      </p:sp>
      <p:sp>
        <p:nvSpPr>
          <p:cNvPr id="516" name="Google Shape;516;p74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83</a:t>
            </a:r>
            <a:endParaRPr/>
          </a:p>
        </p:txBody>
      </p:sp>
      <p:sp>
        <p:nvSpPr>
          <p:cNvPr id="517" name="Google Shape;517;p74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visione di gioco 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7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Dylan Todisco (JOLLY)</a:t>
            </a:r>
            <a:endParaRPr/>
          </a:p>
        </p:txBody>
      </p:sp>
      <p:sp>
        <p:nvSpPr>
          <p:cNvPr id="523" name="Google Shape;523;p7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80</a:t>
            </a:r>
            <a:endParaRPr/>
          </a:p>
        </p:txBody>
      </p:sp>
      <p:sp>
        <p:nvSpPr>
          <p:cNvPr id="524" name="Google Shape;524;p75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posso sacrificarmi per la squadra mettendomi a fare fase difensiva e fase offensiva. Il resto è tutto da scoprire!!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76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Michele Ventola (JOLLY)</a:t>
            </a:r>
            <a:endParaRPr/>
          </a:p>
        </p:txBody>
      </p:sp>
      <p:sp>
        <p:nvSpPr>
          <p:cNvPr id="530" name="Google Shape;530;p76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</a:t>
            </a:r>
            <a:r>
              <a:rPr lang="it"/>
              <a:t> 90</a:t>
            </a:r>
            <a:endParaRPr/>
          </a:p>
        </p:txBody>
      </p:sp>
      <p:sp>
        <p:nvSpPr>
          <p:cNvPr id="531" name="Google Shape;531;p76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Ho giocato per anni a calcio nel Canosa 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7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Domenico Jr. Centrone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(JOLLY)</a:t>
            </a:r>
            <a:endParaRPr/>
          </a:p>
        </p:txBody>
      </p:sp>
      <p:sp>
        <p:nvSpPr>
          <p:cNvPr id="537" name="Google Shape;537;p77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86</a:t>
            </a:r>
            <a:endParaRPr/>
          </a:p>
        </p:txBody>
      </p:sp>
      <p:sp>
        <p:nvSpPr>
          <p:cNvPr id="538" name="Google Shape;538;p77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Ho giocato tanti anni a calcio a 11 e anche a futsal. Non gioco in una società da 3/4 anni, ma è rimasta la tecnica, ma sopratutto la garra e la voglia di vincere a tutti i costi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8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JJ Zigrino </a:t>
            </a:r>
            <a:br>
              <a:rPr lang="it"/>
            </a:br>
            <a:r>
              <a:rPr lang="it"/>
              <a:t>(JOLLY)</a:t>
            </a:r>
            <a:endParaRPr/>
          </a:p>
        </p:txBody>
      </p:sp>
      <p:sp>
        <p:nvSpPr>
          <p:cNvPr id="544" name="Google Shape;544;p78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86</a:t>
            </a:r>
            <a:endParaRPr/>
          </a:p>
        </p:txBody>
      </p:sp>
      <p:sp>
        <p:nvSpPr>
          <p:cNvPr id="545" name="Google Shape;545;p78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Gioco a calcio ogni settimana e ho giocato a livello agonistico per diversi anni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Luigi Daniele Barbone</a:t>
            </a:r>
            <a:br>
              <a:rPr lang="it"/>
            </a:br>
            <a:r>
              <a:rPr lang="it"/>
              <a:t>(JOLLY)</a:t>
            </a:r>
            <a:endParaRPr/>
          </a:p>
        </p:txBody>
      </p:sp>
      <p:sp>
        <p:nvSpPr>
          <p:cNvPr id="551" name="Google Shape;551;p7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Overall: </a:t>
            </a:r>
            <a:r>
              <a:rPr lang="it"/>
              <a:t>80</a:t>
            </a:r>
            <a:endParaRPr/>
          </a:p>
        </p:txBody>
      </p:sp>
      <p:sp>
        <p:nvSpPr>
          <p:cNvPr id="552" name="Google Shape;552;p7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Metto 80 perchè mi reputo un buon terzino / centrocampista, molto bravo ad inserirsi ed altruista (cerco sempre di passare la palla). Scarseggio un pò di tecnica e nei contrasti ma questo è compensato da un'ottima propensione al sacrificio e nell'usare entrambi i piedi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